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8734ce5d14442" /><Relationship Type="http://schemas.openxmlformats.org/officeDocument/2006/relationships/extended-properties" Target="/docProps/app.xml" Id="R498b9458c7824d24" /><Relationship Type="http://schemas.openxmlformats.org/officeDocument/2006/relationships/officeDocument" Target="/ppt/presentation.xml" Id="R9c453ac719b14b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339d22c69b478d"/>
  </p:sldMasterIdLst>
  <p:notesMasterIdLst>
    <p:notesMasterId xmlns:r="http://schemas.openxmlformats.org/officeDocument/2006/relationships" r:id="Raac8e682db1d42c1"/>
  </p:notesMasterIdLst>
  <p:sldIdLst>
    <p:sldId xmlns:r="http://schemas.openxmlformats.org/officeDocument/2006/relationships" id="256" r:id="Rc4dcb19f894d45d5"/>
    <p:sldId xmlns:r="http://schemas.openxmlformats.org/officeDocument/2006/relationships" id="257" r:id="R37e185112f264473"/>
    <p:sldId xmlns:r="http://schemas.openxmlformats.org/officeDocument/2006/relationships" id="258" r:id="R5059e5e99a8d40f7"/>
    <p:sldId xmlns:r="http://schemas.openxmlformats.org/officeDocument/2006/relationships" id="259" r:id="R5b0b34630f1a43ed"/>
    <p:sldId xmlns:r="http://schemas.openxmlformats.org/officeDocument/2006/relationships" id="260" r:id="R46754fde825946ac"/>
    <p:sldId xmlns:r="http://schemas.openxmlformats.org/officeDocument/2006/relationships" id="261" r:id="R089b5df181524c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c58e1c743d4315" /><Relationship Type="http://schemas.openxmlformats.org/officeDocument/2006/relationships/slideMaster" Target="/ppt/slideMasters/slideMaster1.xml" Id="R5a339d22c69b478d" /><Relationship Type="http://schemas.openxmlformats.org/officeDocument/2006/relationships/notesMaster" Target="/ppt/notesMasters/notesMaster1.xml" Id="Raac8e682db1d42c1" /><Relationship Type="http://schemas.openxmlformats.org/officeDocument/2006/relationships/presProps" Target="/ppt/presProps.xml" Id="Raa1d7cbb5df843c2" /><Relationship Type="http://schemas.openxmlformats.org/officeDocument/2006/relationships/tableStyles" Target="/ppt/tableStyles.xml" Id="Raa95273fa47c46fd" /><Relationship Type="http://schemas.openxmlformats.org/officeDocument/2006/relationships/slide" Target="/ppt/slides/slide1.xml" Id="Rc4dcb19f894d45d5" /><Relationship Type="http://schemas.openxmlformats.org/officeDocument/2006/relationships/slide" Target="/ppt/slides/slide2.xml" Id="R37e185112f264473" /><Relationship Type="http://schemas.openxmlformats.org/officeDocument/2006/relationships/slide" Target="/ppt/slides/slide3.xml" Id="R5059e5e99a8d40f7" /><Relationship Type="http://schemas.openxmlformats.org/officeDocument/2006/relationships/slide" Target="/ppt/slides/slide4.xml" Id="R5b0b34630f1a43ed" /><Relationship Type="http://schemas.openxmlformats.org/officeDocument/2006/relationships/slide" Target="/ppt/slides/slide5.xml" Id="R46754fde825946ac" /><Relationship Type="http://schemas.openxmlformats.org/officeDocument/2006/relationships/slide" Target="/ppt/slides/slide6.xml" Id="R089b5df18152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b9355e3f4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4ef5afa8948aa" /><Relationship Type="http://schemas.openxmlformats.org/officeDocument/2006/relationships/notesMaster" Target="/ppt/notesMasters/notesMaster1.xml" Id="R2ce5be3c79da4f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14be17bbff4b54" /><Relationship Type="http://schemas.openxmlformats.org/officeDocument/2006/relationships/notesMaster" Target="/ppt/notesMasters/notesMaster1.xml" Id="Rf5187d5dff3948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b9025f702545d8" /><Relationship Type="http://schemas.openxmlformats.org/officeDocument/2006/relationships/notesMaster" Target="/ppt/notesMasters/notesMaster1.xml" Id="R9e917caa9ceb4b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9f4c227f6e4cca" /><Relationship Type="http://schemas.openxmlformats.org/officeDocument/2006/relationships/notesMaster" Target="/ppt/notesMasters/notesMaster1.xml" Id="Rf434a061a3e244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1c43f9178b4138" /><Relationship Type="http://schemas.openxmlformats.org/officeDocument/2006/relationships/notesMaster" Target="/ppt/notesMasters/notesMaster1.xml" Id="Rccba6696b8b044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5a8162ae494e03" /><Relationship Type="http://schemas.openxmlformats.org/officeDocument/2006/relationships/notesMaster" Target="/ppt/notesMasters/notesMaster1.xml" Id="R153579a437af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Copilot Expansion: Week 1 Safe-Copilot, v2.0 (updated June 2026). Public-sanitized derivative; organization-specific identifiers and policy paths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Copilot Expansion: Week 1 Safe-Copilot, v2.0 (updated June 2026). Public-sanitized derivative; organization-specific identifiers and policy paths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Copilot Expansion: Week 1 Safe-Copilot, v2.0 (updated June 2026). Public-sanitized derivative; organization-specific identifiers and policy paths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Copilot Expansion: Week 1 Safe-Copilot, v2.0 (updated June 2026). Public-sanitized derivative; organization-specific identifiers and policy paths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Copilot Expansion: Week 1 Safe-Copilot, v2.0 (updated June 2026). Public-sanitized derivative; organization-specific identifiers and policy paths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Copilot Expansion: Week 1 Safe-Copilot, v2.0 (updated June 2026). Public-sanitized derivative; organization-specific identifiers and policy paths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e3b0e362a43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2111a085354012" /><Relationship Type="http://schemas.openxmlformats.org/officeDocument/2006/relationships/slideLayout" Target="/ppt/slideLayouts/slideLayout1.xml" Id="Ra4d8ee5f3e9c43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d8ee5f3e9c43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94f6986924c4d" /><Relationship Type="http://schemas.openxmlformats.org/officeDocument/2006/relationships/notesSlide" Target="/ppt/notesSlides/notesSlide1.xml" Id="Rc4534260561442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38415adab49e8" /><Relationship Type="http://schemas.openxmlformats.org/officeDocument/2006/relationships/notesSlide" Target="/ppt/notesSlides/notesSlide2.xml" Id="Rdbf3261954a9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a7f655ab54e2c" /><Relationship Type="http://schemas.openxmlformats.org/officeDocument/2006/relationships/notesSlide" Target="/ppt/notesSlides/notesSlide3.xml" Id="R240bc0ab78024e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e508a770a4777" /><Relationship Type="http://schemas.openxmlformats.org/officeDocument/2006/relationships/notesSlide" Target="/ppt/notesSlides/notesSlide4.xml" Id="R72faf68afaa04b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109a8d3964d29" /><Relationship Type="http://schemas.openxmlformats.org/officeDocument/2006/relationships/notesSlide" Target="/ppt/notesSlides/notesSlide5.xml" Id="R4e2b7831519b4f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ee2e02d3e4647" /><Relationship Type="http://schemas.openxmlformats.org/officeDocument/2006/relationships/notesSlide" Target="/ppt/notesSlides/notesSlide6.xml" Id="R1d89b3b1c8c648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70029D19-5601-46F9-8C70-ACDEBC23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COPILOT EXPANSION WORKSHOP · 01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4ED539-19DC-408B-B2D9-E0588CC8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Use Copilot safely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3EA6456-F67B-42F6-A720-7B14668E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</a:defRPr>
            </a:pPr>
            <a:r>
              <a:rPr sz="2100" b="0">
                <a:solidFill>
                  <a:srgbClr val="52606D"/>
                </a:solidFill>
              </a:rPr>
              <a:t>Prompt clearly. Refine the result. Review before sharing.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A07DA668-D1D4-4F40-9D23-5036DBFF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714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1B436D-F0AE-4199-ACBA-51CF0394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You guide Copilot. Copilot supports the work; it does not replace judgment or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747181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01D8EBDB-2AC7-4E4A-BCA6-3857B8EB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COPILOT EXPANSION WORKSHOP · 02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162F06-6F0C-4D0F-93FB-4F9E4C70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1 · Prompt clearly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E1E6171-6F49-4101-916F-DABD08E6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</a:defRPr>
            </a:pPr>
            <a:r>
              <a:rPr sz="2100" b="0">
                <a:solidFill>
                  <a:srgbClr val="52606D"/>
                </a:solidFill>
              </a:rPr>
              <a:t>Use Goal + Context + Source + Expectation. Tell Copilot what success looks like.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A1F9024B-BAF0-42B3-B555-2B7F461C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714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FF09D1F-0A6C-4DE8-8DDC-7ED2D396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You guide Copilot. Copilot supports the work; it does not replace judgment or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126199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2B0DD7AB-3C0E-418C-9327-E97D2E4F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COPILOT EXPANSION WORKSHOP · 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45D83D-0040-4333-B457-13191CC1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A stronger prompt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48B6924-D46A-471B-82AC-7C9294CA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06D"/>
                </a:solidFill>
              </a:defRPr>
            </a:pPr>
            <a:r>
              <a:rPr sz="2100" b="1">
                <a:solidFill>
                  <a:srgbClr val="52606D"/>
                </a:solidFill>
              </a:rPr>
              <a:t>Help me summarize the key decisions for a team update using this approved meeting thread. Return five plain-language bullets and include action items.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CDC24C28-F0E3-47DE-BD75-935D534A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714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1DD84B2-0C4F-4D45-A3AB-EED4E4C4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You guide Copilot. Copilot supports the work; it does not replace judgment or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206001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14B21364-3763-4A27-BCC4-490852F0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COPILOT EXPANSION WORKSHOP ·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691B66-1DD0-4CB1-B2DD-929D396F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2 · Refine the result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FB69B8E-7702-492A-846A-0E338181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</a:defRPr>
            </a:pPr>
            <a:r>
              <a:rPr sz="2100" b="0">
                <a:solidFill>
                  <a:srgbClr val="52606D"/>
                </a:solidFill>
              </a:rPr>
              <a:t>Ask for a shorter version, a decision focus, or a rewrite for a different audience.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9B81F601-490F-41EA-9243-959CDFD9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714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EA701AC-7545-407B-A887-456EAF09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You guide Copilot. Copilot supports the work; it does not replace judgment or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629173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59207DAE-3F1D-4A16-82C0-CDACBDB9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COPILOT EXPANSION WORKSHOP · 05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83E6FD-B80C-4C1B-8947-3DB2C4C8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3 · Review before sharing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8D82F6E-E3A4-4E64-AFC5-EE7F6AC3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</a:defRPr>
            </a:pPr>
            <a:r>
              <a:rPr sz="2100" b="0">
                <a:solidFill>
                  <a:srgbClr val="52606D"/>
                </a:solidFill>
              </a:rPr>
              <a:t>Verify accuracy, audience fit, data handling and readiness. You own the final judgment.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8B29FD53-5F59-442C-A5B0-0D2DD9CF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714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363A75-D17F-467B-8790-142C4C7A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You guide Copilot. Copilot supports the work; it does not replace judgment or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672457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D5EA186C-27A8-4CF7-BBE9-5A94D6C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COPILOT EXPANSION WORKSHOP · 06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7365B8-9FBD-49A1-8A98-FB39FE48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When unsure, pause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7560A72-EB82-44DB-905C-78055CB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Do not include sensitive or restricted information until you confirm it is permitted.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796D56D8-8F88-4F2E-AFBE-5C806475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AB27994-7FB1-43D9-BE13-181B1D5B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Prompt · Refine · Review</a:t>
            </a:r>
          </a:p>
        </p:txBody>
      </p:sp>
    </p:spTree>
    <p:extLst>
      <p:ext uri="{BB962C8B-B14F-4D97-AF65-F5344CB8AC3E}">
        <p14:creationId xmlns:p14="http://schemas.microsoft.com/office/powerpoint/2010/main" val="2075144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2026-09-02T20:06:08.6620000Z</dcterms:created>
  <dcterms:modified xsi:type="dcterms:W3CDTF">2026-09-02T20:06:08.6620000Z</dcterms:modified>
</coreProperties>
</file>