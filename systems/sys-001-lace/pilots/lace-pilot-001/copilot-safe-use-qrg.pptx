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52fa8a10fb4de9" /><Relationship Type="http://schemas.openxmlformats.org/officeDocument/2006/relationships/extended-properties" Target="/docProps/app.xml" Id="R55092565aa564bf4" /><Relationship Type="http://schemas.openxmlformats.org/officeDocument/2006/relationships/officeDocument" Target="/ppt/presentation.xml" Id="R84057af6b2d641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b9eac427142fe"/>
  </p:sldMasterIdLst>
  <p:notesMasterIdLst>
    <p:notesMasterId xmlns:r="http://schemas.openxmlformats.org/officeDocument/2006/relationships" r:id="Reb59e4843e214f33"/>
  </p:notesMasterIdLst>
  <p:sldIdLst>
    <p:sldId xmlns:r="http://schemas.openxmlformats.org/officeDocument/2006/relationships" id="256" r:id="Re0865f6db48843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bafb324eb4d1e" /><Relationship Type="http://schemas.openxmlformats.org/officeDocument/2006/relationships/slideMaster" Target="/ppt/slideMasters/slideMaster1.xml" Id="R54fb9eac427142fe" /><Relationship Type="http://schemas.openxmlformats.org/officeDocument/2006/relationships/notesMaster" Target="/ppt/notesMasters/notesMaster1.xml" Id="Reb59e4843e214f33" /><Relationship Type="http://schemas.openxmlformats.org/officeDocument/2006/relationships/presProps" Target="/ppt/presProps.xml" Id="R248633d115da4596" /><Relationship Type="http://schemas.openxmlformats.org/officeDocument/2006/relationships/tableStyles" Target="/ppt/tableStyles.xml" Id="Rf181fb4baefb411b" /><Relationship Type="http://schemas.openxmlformats.org/officeDocument/2006/relationships/slide" Target="/ppt/slides/slide1.xml" Id="Re0865f6db48843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3dfce54e91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5ec8e4a8d4a03" /><Relationship Type="http://schemas.openxmlformats.org/officeDocument/2006/relationships/notesMaster" Target="/ppt/notesMasters/notesMaster1.xml" Id="Rc522739012df47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Copilot Expansion: Week 1 Safe-Copilot, v2.0 (updated June 2026). Public-sanitized derivative; organization-specific identifiers and policy paths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bb4d4aae1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35ec80a37444e" /><Relationship Type="http://schemas.openxmlformats.org/officeDocument/2006/relationships/slideLayout" Target="/ppt/slideLayouts/slideLayout1.xml" Id="R1a351348249340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351348249340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81b9b94774860" /><Relationship Type="http://schemas.openxmlformats.org/officeDocument/2006/relationships/notesSlide" Target="/ppt/notesSlides/notesSlide1.xml" Id="R9ee31f27c69b4b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880EDBBE-7AFB-4774-9BAB-D121401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COPILOT EXPANSION WORKSHOP · QUICK REFERENCE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B9236F-37DF-4EB7-BF48-33215402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Prompt clearly. Refine the result. Review before sharing.</a:t>
            </a:r>
          </a:p>
        </p:txBody>
      </p:sp>
      <p:sp>
        <p:nvSpPr>
          <p:cNvPr id="3" name="card-0">
            <a:extLst xmlns:a="http://schemas.openxmlformats.org/drawingml/2006/main">
              <a:ext uri="{FF2B5EF4-FFF2-40B4-BE49-F238E27FC236}">
                <a16:creationId xmlns:a16="http://schemas.microsoft.com/office/drawing/2014/main" id="{EDF2AC65-E002-4BDB-A495-EB0EA419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3909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768CDAC1-408C-4288-B29C-8AC0D3AD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72C648D0-977D-48EE-BDA3-07974971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PROMPT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5CAAA8BC-9CA0-487C-AC63-40030C6B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State the goal, audience and purpose. Point to an approved source. Specify format, tone and length.</a:t>
            </a:r>
          </a:p>
        </p:txBody>
      </p:sp>
      <p:sp>
        <p:nvSpPr>
          <p:cNvPr id="7" name="card-1">
            <a:extLst xmlns:a="http://schemas.openxmlformats.org/drawingml/2006/main">
              <a:ext uri="{FF2B5EF4-FFF2-40B4-BE49-F238E27FC236}">
                <a16:creationId xmlns:a16="http://schemas.microsoft.com/office/drawing/2014/main" id="{6DB10BE1-0EBF-4D54-A029-D1E678F2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38300"/>
            <a:ext cx="33909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28D603A2-E0A4-4BA5-AF8B-31182D7F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head-1">
            <a:extLst xmlns:a="http://schemas.openxmlformats.org/drawingml/2006/main">
              <a:ext uri="{FF2B5EF4-FFF2-40B4-BE49-F238E27FC236}">
                <a16:creationId xmlns:a16="http://schemas.microsoft.com/office/drawing/2014/main" id="{88DCC297-3D68-4342-A601-1530383F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8478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REFINE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0A99F8F3-BAC9-48AF-BB26-126575E2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812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Continue the conversation: “Make this shorter.” “Focus on decisions.” “Rewrite for leadership.”</a:t>
            </a:r>
          </a:p>
        </p:txBody>
      </p:sp>
      <p:sp>
        <p:nvSpPr>
          <p:cNvPr id="11" name="card-2">
            <a:extLst xmlns:a="http://schemas.openxmlformats.org/drawingml/2006/main">
              <a:ext uri="{FF2B5EF4-FFF2-40B4-BE49-F238E27FC236}">
                <a16:creationId xmlns:a16="http://schemas.microsoft.com/office/drawing/2014/main" id="{46B54466-9F88-4146-90E3-278FB6BA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38300"/>
            <a:ext cx="33909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0F610090-EBD0-47AC-BCF0-4022D1B9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3" name="head-2">
            <a:extLst xmlns:a="http://schemas.openxmlformats.org/drawingml/2006/main">
              <a:ext uri="{FF2B5EF4-FFF2-40B4-BE49-F238E27FC236}">
                <a16:creationId xmlns:a16="http://schemas.microsoft.com/office/drawing/2014/main" id="{70A0E3B0-C5B9-4046-B852-F0986085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1A8F00F2-3A8E-4927-83ED-564ED66E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Check accuracy, fit, data handling and judgment. You remain accountable for what you share.</a:t>
            </a:r>
          </a:p>
        </p:txBody>
      </p:sp>
      <p:sp>
        <p:nvSpPr>
          <p:cNvPr id="15" name="prompt">
            <a:extLst xmlns:a="http://schemas.openxmlformats.org/drawingml/2006/main">
              <a:ext uri="{FF2B5EF4-FFF2-40B4-BE49-F238E27FC236}">
                <a16:creationId xmlns:a16="http://schemas.microsoft.com/office/drawing/2014/main" id="{7338BFA3-9BC3-469E-B228-E9B6C4A8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09612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BBA29C74-E2EA-46E7-B031-BD8F58A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GCSE PROMPT STARTER</a:t>
            </a:r>
          </a:p>
        </p:txBody>
      </p:sp>
      <p:sp>
        <p:nvSpPr>
          <p:cNvPr id="17" name="prompt-copy">
            <a:extLst xmlns:a="http://schemas.openxmlformats.org/drawingml/2006/main">
              <a:ext uri="{FF2B5EF4-FFF2-40B4-BE49-F238E27FC236}">
                <a16:creationId xmlns:a16="http://schemas.microsoft.com/office/drawing/2014/main" id="{B3B83BD6-0E00-4739-A539-F7B22370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Help me [goal] for [audience and purpose] using [approved source]. Return [format, tone and length].</a:t>
            </a:r>
          </a:p>
        </p:txBody>
      </p:sp>
      <p:sp>
        <p:nvSpPr>
          <p:cNvPr id="18" name="pause">
            <a:extLst xmlns:a="http://schemas.openxmlformats.org/drawingml/2006/main">
              <a:ext uri="{FF2B5EF4-FFF2-40B4-BE49-F238E27FC236}">
                <a16:creationId xmlns:a16="http://schemas.microsoft.com/office/drawing/2014/main" id="{506D456A-25EF-43B2-A72E-2C6191D3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71950"/>
            <a:ext cx="362902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use-title">
            <a:extLst xmlns:a="http://schemas.openxmlformats.org/drawingml/2006/main">
              <a:ext uri="{FF2B5EF4-FFF2-40B4-BE49-F238E27FC236}">
                <a16:creationId xmlns:a16="http://schemas.microsoft.com/office/drawing/2014/main" id="{1E4D8504-2EC4-4385-84A3-F55EE65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4F00"/>
                </a:solidFill>
              </a:defRPr>
            </a:pPr>
            <a:r>
              <a:rPr sz="1275" b="1">
                <a:solidFill>
                  <a:srgbClr val="6B4F00"/>
                </a:solidFill>
              </a:rPr>
              <a:t>PAUSE WHEN UNSURE</a:t>
            </a:r>
          </a:p>
        </p:txBody>
      </p:sp>
      <p:sp>
        <p:nvSpPr>
          <p:cNvPr id="20" name="pause-copy">
            <a:extLst xmlns:a="http://schemas.openxmlformats.org/drawingml/2006/main">
              <a:ext uri="{FF2B5EF4-FFF2-40B4-BE49-F238E27FC236}">
                <a16:creationId xmlns:a16="http://schemas.microsoft.com/office/drawing/2014/main" id="{64035626-205F-4138-BE15-865B9580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4F00"/>
                </a:solidFill>
              </a:defRPr>
            </a:pPr>
            <a:r>
              <a:rPr sz="1350" b="1">
                <a:solidFill>
                  <a:srgbClr val="6B4F00"/>
                </a:solidFill>
              </a:rPr>
              <a:t>Do not include sensitive or restricted information until you confirm it is permitted.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8C1208ED-AAE3-4387-B62C-4D8E9A15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Five-second check: clear prompt · enough context · output understood · reviewed before sharing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142EF96A-029E-4514-A931-C900CFF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Source: Copilot Expansion: Week 1 Safe-Copilot v2.0 · Public-sanitized pilot derivative · LACE-TMP-101</a:t>
            </a:r>
          </a:p>
        </p:txBody>
      </p:sp>
    </p:spTree>
    <p:extLst>
      <p:ext uri="{BB962C8B-B14F-4D97-AF65-F5344CB8AC3E}">
        <p14:creationId xmlns:p14="http://schemas.microsoft.com/office/powerpoint/2010/main" val="1683145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2026-09-02T20:06:08.1910000Z</dcterms:created>
  <dcterms:modified xsi:type="dcterms:W3CDTF">2026-09-02T20:06:08.1910000Z</dcterms:modified>
</coreProperties>
</file>